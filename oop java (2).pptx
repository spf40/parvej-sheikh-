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4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  <p:sldId r:id="rId10" id="259"/>
    <p:sldId r:id="rId11" id="260"/>
    <p:sldId r:id="rId12" id="261"/>
    <p:sldId r:id="rId13" id="262"/>
    <p:sldId r:id="rId14" id="263"/>
    <p:sldId r:id="rId15" id="264"/>
    <p:sldId r:id="rId16" id="265"/>
  </p:sldIdLst>
  <p:sldSz cx="38109525" cy="21431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2" Type="http://schemas.openxmlformats.org/officeDocument/2006/relationships/slide" Target="slides/slide6.xml"/><Relationship Id="rId10" Type="http://schemas.openxmlformats.org/officeDocument/2006/relationships/slide" Target="slides/slide4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3" Type="http://schemas.openxmlformats.org/officeDocument/2006/relationships/slide" Target="slides/slide7.xml"/><Relationship Id="rId11" Type="http://schemas.openxmlformats.org/officeDocument/2006/relationships/slide" Target="slides/slide5.xml"/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9525" cy="2143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