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87" r:id="rId3"/>
    <p:sldId id="278" r:id="rId4"/>
    <p:sldId id="288" r:id="rId5"/>
    <p:sldId id="289" r:id="rId6"/>
    <p:sldId id="290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66" y="16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4EA76-8001-40C5-8DCB-970FD8BCF7A3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6E61B-E2B9-439D-8D73-E56C048F18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80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E58C-8D2D-417C-BE9B-A6237BEB5292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0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9C80-B36B-455C-B65C-31E3682C7D1D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2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88CF2-1D0D-4D8B-B4D2-E3607B267B3B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8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96-39C7-4905-AAA9-FAF4849E8C33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7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EB27-243E-4DE1-923F-5E8979B520AD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8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C3F1F-F3F0-473F-8BBB-223027F7D18B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2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CF341-9F41-4374-A6F9-C7B5A64F22B0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9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42F5-261B-4D67-8E9E-09205047382E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6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F0DD-CDE6-4DA7-B545-F25E045BE422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3A74-2C6F-4D69-B658-78104A550140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2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7A86E-6F09-4F41-94C4-C8F96F962A9F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4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C8AD-6852-4632-B10C-235F2B891E39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4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EC940-DC12-4416-9F2D-964621951FC9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Salek Parvez || Assitant Professor || Department: GED || FSIT || DIU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4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1" r:id="rId11"/>
    <p:sldLayoutId id="214748366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CEB4D1-AA3F-4A8F-8207-6E71EC12C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E182C-0EC4-4EE3-85CB-E306727D37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b="443"/>
          <a:stretch/>
        </p:blipFill>
        <p:spPr>
          <a:xfrm>
            <a:off x="20" y="-501640"/>
            <a:ext cx="12191980" cy="6857990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1025355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D7588-07A1-4415-88B5-5047A692E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7695" y="2886439"/>
            <a:ext cx="3768917" cy="974362"/>
          </a:xfrm>
        </p:spPr>
        <p:txBody>
          <a:bodyPr>
            <a:normAutofit/>
          </a:bodyPr>
          <a:lstStyle/>
          <a:p>
            <a:r>
              <a:rPr lang="en-US" sz="4000" dirty="0">
                <a:ln>
                  <a:solidFill>
                    <a:schemeClr val="accent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Merge Short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89864-1BD5-4EC6-A3DB-A2D20013B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4533" y="3997327"/>
            <a:ext cx="4068713" cy="38040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n>
                  <a:solidFill>
                    <a:srgbClr val="00B0F0"/>
                  </a:solidFill>
                </a:ln>
              </a:rPr>
              <a:t>           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</p:spTree>
    <p:extLst>
      <p:ext uri="{BB962C8B-B14F-4D97-AF65-F5344CB8AC3E}">
        <p14:creationId xmlns:p14="http://schemas.microsoft.com/office/powerpoint/2010/main" val="265261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1EAD-9A0D-4FA5-A1C6-957E9DBD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chemeClr val="accent3"/>
                </a:solidFill>
              </a:rPr>
              <a:t>Presented By                              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93CD8-8D63-4231-8567-0610CDF75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333"/>
            <a:ext cx="10515600" cy="47328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Name: </a:t>
            </a:r>
            <a:r>
              <a:rPr lang="en-US" dirty="0">
                <a:latin typeface="Aptos" panose="020B0004020202020204" pitchFamily="34" charset="0"/>
              </a:rPr>
              <a:t>Md. Ibrahim Sarker                          Prof. Abdul Based</a:t>
            </a:r>
          </a:p>
          <a:p>
            <a:pPr marL="0" indent="0">
              <a:buNone/>
            </a:pPr>
            <a:r>
              <a:rPr lang="en-US" b="1" i="1" dirty="0"/>
              <a:t>                                                             Department of CSE at</a:t>
            </a:r>
          </a:p>
          <a:p>
            <a:pPr marL="0" indent="0">
              <a:buNone/>
            </a:pPr>
            <a:r>
              <a:rPr lang="en-US" b="1" i="1" dirty="0"/>
              <a:t> Roll: </a:t>
            </a:r>
            <a:r>
              <a:rPr lang="en-US" dirty="0"/>
              <a:t>19                                                 Dhaka International                                 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</p:spTree>
    <p:extLst>
      <p:ext uri="{BB962C8B-B14F-4D97-AF65-F5344CB8AC3E}">
        <p14:creationId xmlns:p14="http://schemas.microsoft.com/office/powerpoint/2010/main" val="94421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52DD-94A0-4AD0-BF47-A45E8303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0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B975-F764-4595-A680-71D689831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48482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Merge short is a divide and conquer sorting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algoritm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that breaks down an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unshorted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list into smaller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sublists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process  is recursive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It’s efficient , general,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comperative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method for shorting list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</p:spTree>
    <p:extLst>
      <p:ext uri="{BB962C8B-B14F-4D97-AF65-F5344CB8AC3E}">
        <p14:creationId xmlns:p14="http://schemas.microsoft.com/office/powerpoint/2010/main" val="426988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362B7D-4C56-85E8-164D-3C9E56BD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49A91-C833-5F3A-5746-DDEC52BFF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0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73D2FC-54EE-5130-ACDA-8BD8265C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DDC16-95D7-F611-5150-3B053BA13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7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AC2A11-F5DB-FDF9-8D2B-7DD9AE7B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07106-4D44-C379-A822-797BE3FAC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5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120393-83C6-8E7D-8AAD-B9AD5779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1BC37-D01B-FB93-BBDC-B3365500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2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42185-DDA1-0A65-BF7E-8E4C82DC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0F157-3C34-715B-84DB-85CA6EC2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Salek Parvez || Assitant Professor || Department: GED || FSIT || DIU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C5466-BB16-C4B5-6F78-C4C888614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9" y="0"/>
            <a:ext cx="1204886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6649787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DarkSeedLeftStep">
      <a:dk1>
        <a:srgbClr val="000000"/>
      </a:dk1>
      <a:lt1>
        <a:srgbClr val="FFFFFF"/>
      </a:lt1>
      <a:dk2>
        <a:srgbClr val="243C41"/>
      </a:dk2>
      <a:lt2>
        <a:srgbClr val="E4E8E2"/>
      </a:lt2>
      <a:accent1>
        <a:srgbClr val="A529E7"/>
      </a:accent1>
      <a:accent2>
        <a:srgbClr val="6C49DE"/>
      </a:accent2>
      <a:accent3>
        <a:srgbClr val="3555E8"/>
      </a:accent3>
      <a:accent4>
        <a:srgbClr val="1788D5"/>
      </a:accent4>
      <a:accent5>
        <a:srgbClr val="20B6B4"/>
      </a:accent5>
      <a:accent6>
        <a:srgbClr val="14B972"/>
      </a:accent6>
      <a:hlink>
        <a:srgbClr val="358E9F"/>
      </a:hlink>
      <a:folHlink>
        <a:srgbClr val="828282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3075</TotalTime>
  <Words>173</Words>
  <Application>Microsoft Office PowerPoint</Application>
  <PresentationFormat>Widescreen</PresentationFormat>
  <Paragraphs>20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Cambria Math</vt:lpstr>
      <vt:lpstr>Century Gothic</vt:lpstr>
      <vt:lpstr>Elephant</vt:lpstr>
      <vt:lpstr>Wingdings</vt:lpstr>
      <vt:lpstr>BrushVTI</vt:lpstr>
      <vt:lpstr>Merge Short</vt:lpstr>
      <vt:lpstr>Presented By                              Instructor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Gamma Function</dc:title>
  <dc:creator>MST. Arifa Akter</dc:creator>
  <cp:lastModifiedBy>A B</cp:lastModifiedBy>
  <cp:revision>69</cp:revision>
  <dcterms:created xsi:type="dcterms:W3CDTF">2020-05-08T17:17:02Z</dcterms:created>
  <dcterms:modified xsi:type="dcterms:W3CDTF">2025-05-09T17:24:28Z</dcterms:modified>
</cp:coreProperties>
</file>